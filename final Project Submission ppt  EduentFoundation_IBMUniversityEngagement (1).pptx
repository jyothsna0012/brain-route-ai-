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83" r:id="rId2"/>
    <p:sldId id="257" r:id="rId3"/>
    <p:sldId id="282" r:id="rId4"/>
    <p:sldId id="284" r:id="rId5"/>
    <p:sldId id="285" r:id="rId6"/>
    <p:sldId id="281" r:id="rId7"/>
    <p:sldId id="262" r:id="rId8"/>
    <p:sldId id="287" r:id="rId9"/>
    <p:sldId id="279" r:id="rId10"/>
    <p:sldId id="264" r:id="rId11"/>
    <p:sldId id="278" r:id="rId12"/>
    <p:sldId id="286" r:id="rId13"/>
    <p:sldId id="277" r:id="rId14"/>
    <p:sldId id="280" r:id="rId15"/>
    <p:sldId id="276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86"/>
  </p:normalViewPr>
  <p:slideViewPr>
    <p:cSldViewPr snapToGrid="0">
      <p:cViewPr varScale="1">
        <p:scale>
          <a:sx n="72" d="100"/>
          <a:sy n="72" d="100"/>
        </p:scale>
        <p:origin x="107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0A8E369-C804-D8D2-383B-03E8A547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168FC73D-F867-8E13-0025-1B40818921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449581B4-9B47-7782-B749-078618A6E5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515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jyothsnasree012@g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hyperlink" Target="mailto:jyothsnawork0123@gmail.com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yothsna0012/Brain-Route-AI-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us-south.watson-orchestrate.cloud.ibm.com/chat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</a:t>
            </a:r>
            <a:r>
              <a:rPr lang="en-US" b="1" i="1" dirty="0" err="1"/>
              <a:t>LangFlow</a:t>
            </a:r>
            <a:r>
              <a:rPr lang="en-US" b="1" i="1" dirty="0"/>
              <a:t>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2718020077"/>
              </p:ext>
            </p:extLst>
          </p:nvPr>
        </p:nvGraphicFramePr>
        <p:xfrm>
          <a:off x="1206162" y="2600315"/>
          <a:ext cx="9488083" cy="2796961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19936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9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7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81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242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272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/>
                        <a:t>PEDISETTI JYOTHSNASREE</a:t>
                      </a:r>
                      <a:endParaRPr sz="16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AICTE: </a:t>
                      </a:r>
                      <a:r>
                        <a:rPr lang="en-US" dirty="0">
                          <a:hlinkClick r:id="rId3"/>
                        </a:rPr>
                        <a:t>jyothsnasree012@gmail.com</a:t>
                      </a:r>
                      <a:endParaRPr lang="en-US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LMS OR IBMSKILLSBUILD: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>
                          <a:hlinkClick r:id="rId4"/>
                        </a:rPr>
                        <a:t>jyothsnawork0123@gmail.com</a:t>
                      </a:r>
                      <a:endParaRPr lang="en-US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/>
                        <a:t>8897573579</a:t>
                      </a:r>
                      <a:endParaRPr sz="1600" b="1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AI,</a:t>
            </a:r>
            <a:r>
              <a:rPr lang="en-IN" sz="2400" dirty="0"/>
              <a:t> </a:t>
            </a:r>
            <a:r>
              <a:rPr lang="en-IN" sz="2400" b="1" dirty="0"/>
              <a:t>Agentic AI, Education Technology (EdTech</a:t>
            </a:r>
            <a:r>
              <a:rPr lang="en-IN" sz="2400" dirty="0"/>
              <a:t>)</a:t>
            </a:r>
            <a:r>
              <a:rPr lang="en-US" sz="2400" b="1" dirty="0"/>
              <a:t> </a:t>
            </a:r>
            <a:endParaRPr lang="en-IN" sz="24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Tile – </a:t>
            </a:r>
            <a:r>
              <a:rPr lang="en-US" sz="2800" b="1" dirty="0"/>
              <a:t>Brain Route AI   </a:t>
            </a:r>
          </a:p>
          <a:p>
            <a:r>
              <a:rPr lang="en-US" sz="2400" dirty="0"/>
              <a:t>                       also called LEARN MATE</a:t>
            </a:r>
            <a:endParaRPr lang="en-IN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5FADC7-56E5-119C-E77D-2B64BDEE35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569" y="3998795"/>
            <a:ext cx="879955" cy="11802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234440"/>
            <a:ext cx="1060704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/>
              <a:t>Problem Statement 12  :Agentic AI for Personalized Course Pathways</a:t>
            </a:r>
            <a:endParaRPr lang="en-US" sz="2000" dirty="0"/>
          </a:p>
          <a:p>
            <a:pPr fontAlgn="base"/>
            <a:endParaRPr lang="en-US" b="1" dirty="0"/>
          </a:p>
          <a:p>
            <a:pPr fontAlgn="base"/>
            <a:r>
              <a:rPr lang="en-US" b="1" dirty="0"/>
              <a:t>The Challenge</a:t>
            </a:r>
            <a:r>
              <a:rPr lang="en-US" dirty="0"/>
              <a:t> </a:t>
            </a:r>
          </a:p>
          <a:p>
            <a:pPr fontAlgn="base"/>
            <a:r>
              <a:rPr lang="en-US" dirty="0"/>
              <a:t>Students often struggle to identify the right learning path that aligns with their interests</a:t>
            </a:r>
          </a:p>
          <a:p>
            <a:pPr fontAlgn="base"/>
            <a:r>
              <a:rPr lang="en-US" dirty="0"/>
              <a:t>and long-term goals due to the overwhelming number of online courses and a lack of personalized</a:t>
            </a:r>
          </a:p>
          <a:p>
            <a:pPr fontAlgn="base"/>
            <a:r>
              <a:rPr lang="en-US" dirty="0"/>
              <a:t>guidance. </a:t>
            </a:r>
            <a:r>
              <a:rPr lang="en-IN" b="1" dirty="0"/>
              <a:t>Brain Route AI</a:t>
            </a:r>
            <a:r>
              <a:rPr lang="en-IN" dirty="0"/>
              <a:t> </a:t>
            </a:r>
            <a:r>
              <a:rPr lang="en-US" dirty="0"/>
              <a:t>aims to solve this by acting as an Agentic AI coach that interacts with students,</a:t>
            </a:r>
          </a:p>
          <a:p>
            <a:pPr fontAlgn="base"/>
            <a:r>
              <a:rPr lang="en-US" dirty="0"/>
              <a:t>understands their interests (like Frontend Development, Cybersecurity, UI/UX Design, etc.), assesses their</a:t>
            </a:r>
          </a:p>
          <a:p>
            <a:pPr fontAlgn="base"/>
            <a:r>
              <a:rPr lang="en-US" dirty="0"/>
              <a:t>current skill level, and dynamically builds a personalized course roadmap that adapts over time based on</a:t>
            </a:r>
          </a:p>
          <a:p>
            <a:pPr fontAlgn="base"/>
            <a:r>
              <a:rPr lang="en-US" dirty="0"/>
              <a:t>progress and preferences</a:t>
            </a:r>
          </a:p>
          <a:p>
            <a:pPr fontAlgn="base"/>
            <a:r>
              <a:rPr lang="en-US" b="1" dirty="0"/>
              <a:t>The Objective</a:t>
            </a:r>
            <a:r>
              <a:rPr lang="en-US" dirty="0"/>
              <a:t> </a:t>
            </a:r>
          </a:p>
          <a:p>
            <a:r>
              <a:rPr lang="en-US" dirty="0"/>
              <a:t>Build an AI-powered personalized course pathway assistant called </a:t>
            </a:r>
            <a:r>
              <a:rPr lang="en-IN" b="1" dirty="0"/>
              <a:t>Brain Route AI</a:t>
            </a:r>
            <a:r>
              <a:rPr lang="en-US" dirty="0"/>
              <a:t> using IBM Cloud, Prompt Lab,  IBM </a:t>
            </a:r>
            <a:r>
              <a:rPr lang="en-IN" dirty="0" err="1"/>
              <a:t>watsonx</a:t>
            </a:r>
            <a:r>
              <a:rPr lang="en-IN" dirty="0"/>
              <a:t> Orchestrate ,</a:t>
            </a:r>
            <a:r>
              <a:rPr lang="en-US" dirty="0"/>
              <a:t>and IBM Granite Models.</a:t>
            </a:r>
          </a:p>
          <a:p>
            <a:r>
              <a:rPr lang="en-US" dirty="0"/>
              <a:t>The system should: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 personalized learning pathways based on student interests and career goals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skill levels and identify missing competencies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Suggest relevant courses, certifications, and learning resources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Adapt learning roadmaps based on progress and preferences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career-focused recommendations for industry readiness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Help students stay motivated with progress tracking and milestone visualization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6A77E81F-021A-57FB-C709-7E7075649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CFCB91-EF22-EB8C-5B0D-4D46021F0245}"/>
              </a:ext>
            </a:extLst>
          </p:cNvPr>
          <p:cNvSpPr txBox="1"/>
          <p:nvPr/>
        </p:nvSpPr>
        <p:spPr>
          <a:xfrm>
            <a:off x="667512" y="1165753"/>
            <a:ext cx="10607040" cy="6278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pPr fontAlgn="base"/>
            <a:r>
              <a:rPr lang="en-IN" sz="2400" b="1" dirty="0"/>
              <a:t>Tech Stack (Mandatory)</a:t>
            </a:r>
            <a:r>
              <a:rPr lang="en-IN" sz="2400" dirty="0"/>
              <a:t> </a:t>
            </a:r>
            <a:r>
              <a:rPr lang="en-US" sz="2400" dirty="0"/>
              <a:t> Use of IBM Cloud Lite services / IBM Granite is mandatory</a:t>
            </a:r>
            <a:endParaRPr lang="en-IN" sz="2400" dirty="0"/>
          </a:p>
          <a:p>
            <a:r>
              <a:rPr lang="en-IN" sz="2400" dirty="0"/>
              <a:t>I used: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IBM Cloud lite  services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IBM </a:t>
            </a:r>
            <a:r>
              <a:rPr lang="en-IN" sz="2400" dirty="0" err="1"/>
              <a:t>watsonx</a:t>
            </a:r>
            <a:r>
              <a:rPr lang="en-IN" sz="2400" dirty="0"/>
              <a:t> Orchestrate</a:t>
            </a:r>
            <a:endParaRPr lang="en-IN" sz="2400" b="1" dirty="0"/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Prompt Lab 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 IBM Granite Models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400" dirty="0"/>
              <a:t>IBM watsonx.ai Runtime</a:t>
            </a:r>
          </a:p>
          <a:p>
            <a:endParaRPr lang="en-IN" sz="2400" dirty="0"/>
          </a:p>
          <a:p>
            <a:endParaRPr lang="en-IN" sz="2400" b="1" dirty="0"/>
          </a:p>
          <a:p>
            <a:r>
              <a:rPr lang="en-IN" sz="2400" b="1" dirty="0"/>
              <a:t>IBM Cloud + Prompt Lab + IBM Granite Models</a:t>
            </a:r>
          </a:p>
          <a:p>
            <a:r>
              <a:rPr lang="en-IN" sz="2400" b="1" dirty="0"/>
              <a:t>IBM CLOUD + IBM </a:t>
            </a:r>
            <a:r>
              <a:rPr lang="en-IN" sz="2400" b="1" dirty="0" err="1"/>
              <a:t>watsonx</a:t>
            </a:r>
            <a:r>
              <a:rPr lang="en-IN" sz="2400" b="1" dirty="0"/>
              <a:t> Orchestrate +IBM watsonx.ai Studio +IBM watsonx.ai Runtime</a:t>
            </a:r>
          </a:p>
          <a:p>
            <a:pPr fontAlgn="base"/>
            <a:endParaRPr lang="en-IN" sz="2400" dirty="0"/>
          </a:p>
          <a:p>
            <a:pPr fontAlgn="base"/>
            <a:endParaRPr lang="en-IN" sz="2400" dirty="0"/>
          </a:p>
          <a:p>
            <a:pPr fontAlgn="base"/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926A1-0833-2949-651F-2AAB4D91A8C9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 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4218467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endParaRPr lang="en-US" b="1" dirty="0"/>
          </a:p>
          <a:p>
            <a:r>
              <a:rPr lang="en-US" b="1" dirty="0"/>
              <a:t>Proposed Solution: AI-Powered Nutrition Agent</a:t>
            </a:r>
          </a:p>
          <a:p>
            <a:r>
              <a:rPr lang="en-US" dirty="0"/>
              <a:t>Brain Route AI is an intelligent Agentic AI-based learning assistant designed to help students discover the right educational and career pathway according to their interests and goals.</a:t>
            </a:r>
          </a:p>
          <a:p>
            <a:endParaRPr lang="en-US" dirty="0"/>
          </a:p>
          <a:p>
            <a:r>
              <a:rPr lang="en-US" dirty="0"/>
              <a:t>The system uses IBM Granite models through Prompt Lab to understand student preferences, analyze skill levels, and generate personalized learning roadmaps.</a:t>
            </a:r>
          </a:p>
          <a:p>
            <a:endParaRPr lang="en-US" dirty="0"/>
          </a:p>
          <a:p>
            <a:r>
              <a:rPr lang="en-US" dirty="0"/>
              <a:t>The solution works through multiple AI agents collaborating together to deliver adaptive and intelligent learning guidance. The system can recommend courses, certifications, projects, and skill-building activities based on domains such as Frontend Development, UI/UX Design, Cybersecurity, Data Science, AI/ML, and Cloud Computing.</a:t>
            </a:r>
          </a:p>
          <a:p>
            <a:endParaRPr lang="en-US" dirty="0"/>
          </a:p>
          <a:p>
            <a:r>
              <a:rPr lang="en-US" dirty="0"/>
              <a:t>The platform continuously adapts recommendations based on user progress, completed courses, and changing interests. This creates a dynamic and personalized learning experience similar to having a real AI mentor.</a:t>
            </a:r>
          </a:p>
          <a:p>
            <a:endParaRPr lang="en-US" dirty="0"/>
          </a:p>
          <a:p>
            <a:r>
              <a:rPr lang="en-US" dirty="0"/>
              <a:t>The solution also integrates RAG-based retrieval to fetch accurate and relevant course information from trusted learning platforms and educational resources</a:t>
            </a:r>
          </a:p>
          <a:p>
            <a:endParaRPr lang="en-US" dirty="0"/>
          </a:p>
          <a:p>
            <a:r>
              <a:rPr lang="en-US" dirty="0"/>
              <a:t>Overall, Brain Route AI acts as a smart digital career mentor that helps students make informed learning decisions and achieve their long-term goals effectively.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Proposed Solution -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1100078" y="710366"/>
            <a:ext cx="882396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IN" sz="1800" b="1" dirty="0"/>
              <a:t>Technology Used</a:t>
            </a:r>
          </a:p>
          <a:p>
            <a:endParaRPr lang="en-IN" b="1" dirty="0"/>
          </a:p>
          <a:p>
            <a:r>
              <a:rPr lang="en-IN" sz="1800" b="1" dirty="0"/>
              <a:t>IBM Cloud</a:t>
            </a:r>
          </a:p>
          <a:p>
            <a:r>
              <a:rPr lang="en-IN" sz="1800" dirty="0"/>
              <a:t>Provides a secure and scalable cloud environment for running AI-powered educational solutions and deploying intelligent services.</a:t>
            </a:r>
          </a:p>
          <a:p>
            <a:r>
              <a:rPr lang="en-IN" sz="1800" b="1" dirty="0" err="1"/>
              <a:t>Watsonx</a:t>
            </a:r>
            <a:r>
              <a:rPr lang="en-IN" sz="1800" b="1" dirty="0"/>
              <a:t> Orchestrate </a:t>
            </a:r>
          </a:p>
          <a:p>
            <a:r>
              <a:rPr lang="en-IN" sz="1800" dirty="0"/>
              <a:t>Used for Agentic AI workflow Conversational interaction AI orchestration User guidance</a:t>
            </a:r>
          </a:p>
          <a:p>
            <a:endParaRPr lang="en-IN" sz="1800" dirty="0"/>
          </a:p>
          <a:p>
            <a:r>
              <a:rPr lang="en-IN" sz="1800" b="1" dirty="0"/>
              <a:t>IBM Prompt Lab</a:t>
            </a:r>
          </a:p>
          <a:p>
            <a:r>
              <a:rPr lang="en-IN" sz="1800" dirty="0"/>
              <a:t>Used for prompt engineering, testing prompts, refining AI responses, and generating personalized learning recommendations.</a:t>
            </a:r>
          </a:p>
          <a:p>
            <a:endParaRPr lang="en-IN" sz="1800" dirty="0"/>
          </a:p>
          <a:p>
            <a:r>
              <a:rPr lang="en-IN" sz="1800" b="1" dirty="0"/>
              <a:t>IBM Granite Models</a:t>
            </a:r>
          </a:p>
          <a:p>
            <a:r>
              <a:rPr lang="en-IN" sz="1800" dirty="0"/>
              <a:t>Used for reasoning, roadmap generation, personalized recommendations, summarization, and intelligent conversational guidance</a:t>
            </a:r>
            <a:r>
              <a:rPr lang="en-IN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WORKING SCREENSHOTS: Prompt lab and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  <a:endParaRPr lang="en-US" sz="1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3FB400-7B11-DE01-1429-183B544E1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80729"/>
            <a:ext cx="12192000" cy="27999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DA694D-99BD-2934-CB18-DF20661F3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89618"/>
            <a:ext cx="5007935" cy="239980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9292DED-72CB-D318-B96B-DF1C82A37B24}"/>
              </a:ext>
            </a:extLst>
          </p:cNvPr>
          <p:cNvSpPr txBox="1"/>
          <p:nvPr/>
        </p:nvSpPr>
        <p:spPr>
          <a:xfrm>
            <a:off x="223283" y="186860"/>
            <a:ext cx="33492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IBM</a:t>
            </a:r>
            <a:r>
              <a:rPr lang="en-US" sz="1800" dirty="0"/>
              <a:t>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8548E6-AA4B-C009-2EA4-9361729D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794"/>
          <a:stretch>
            <a:fillRect/>
          </a:stretch>
        </p:blipFill>
        <p:spPr>
          <a:xfrm>
            <a:off x="41684" y="642098"/>
            <a:ext cx="5000740" cy="311925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93EAE9-7A71-C385-1E95-3BF2C7CD2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4" y="3761352"/>
            <a:ext cx="6432698" cy="29097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90B68C-3ED6-F8F0-F91A-F4A52A47E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373" y="-306065"/>
            <a:ext cx="5545665" cy="43388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7A58B2-63A8-2F12-F24F-E2D1EAB55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7145" y="4298612"/>
            <a:ext cx="5204855" cy="255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52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56F8EB9-448E-3EB9-BE6C-699EA11844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25"/>
          <a:stretch>
            <a:fillRect/>
          </a:stretch>
        </p:blipFill>
        <p:spPr>
          <a:xfrm>
            <a:off x="2565991" y="276446"/>
            <a:ext cx="4260112" cy="60818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D7809CB-134A-1E0F-A4C5-809D696B206D}"/>
              </a:ext>
            </a:extLst>
          </p:cNvPr>
          <p:cNvSpPr txBox="1"/>
          <p:nvPr/>
        </p:nvSpPr>
        <p:spPr>
          <a:xfrm>
            <a:off x="531628" y="627321"/>
            <a:ext cx="2583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Blueprint</a:t>
            </a:r>
            <a:r>
              <a:rPr lang="en-IN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lang="en-US" sz="1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D4B856-56CB-6CB9-8CEF-432F9C20EC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321"/>
          <a:stretch>
            <a:fillRect/>
          </a:stretch>
        </p:blipFill>
        <p:spPr>
          <a:xfrm>
            <a:off x="7088372" y="132907"/>
            <a:ext cx="4572000" cy="65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in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475488" y="1167493"/>
            <a:ext cx="740664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Role of Agentic AI in this BRAIN ROUTE AI :</a:t>
            </a:r>
          </a:p>
          <a:p>
            <a:endParaRPr lang="en-US" b="1" dirty="0"/>
          </a:p>
          <a:p>
            <a:r>
              <a:rPr lang="en-IN" dirty="0"/>
              <a:t>Agentic AI enables Brain Route AI to behave like an intelligent autonomous career mentor instead of a basic chatbot.</a:t>
            </a:r>
          </a:p>
          <a:p>
            <a:endParaRPr lang="en-IN" dirty="0"/>
          </a:p>
          <a:p>
            <a:r>
              <a:rPr lang="en-IN" dirty="0"/>
              <a:t>The system uses multiple AI agents that collaborate together to deliver personalized educational guidance. Each agent performs a specialized task such as understanding user interests, recommending courses, generating roadmaps, and tracking progress.</a:t>
            </a:r>
          </a:p>
          <a:p>
            <a:endParaRPr lang="en-IN" dirty="0"/>
          </a:p>
          <a:p>
            <a:r>
              <a:rPr lang="en-IN" dirty="0"/>
              <a:t>The AI system continuously adapts based on user interactions and learning progress, making recommendations more accurate and personalized over time.</a:t>
            </a:r>
          </a:p>
          <a:p>
            <a:endParaRPr lang="en-IN" dirty="0"/>
          </a:p>
          <a:p>
            <a:r>
              <a:rPr lang="en-IN" dirty="0"/>
              <a:t>Agentic AI also helps in decision-making by </a:t>
            </a:r>
            <a:r>
              <a:rPr lang="en-IN" dirty="0" err="1"/>
              <a:t>analyzing</a:t>
            </a:r>
            <a:r>
              <a:rPr lang="en-IN" dirty="0"/>
              <a:t> multiple factors including skill levels, learning pace, career goals, and industry trends.</a:t>
            </a:r>
          </a:p>
          <a:p>
            <a:endParaRPr lang="en-IN" dirty="0"/>
          </a:p>
          <a:p>
            <a:r>
              <a:rPr lang="en-IN" dirty="0"/>
              <a:t>This creates a proactive, adaptive, and goal-driven learning ecosystem that helps students stay focused and career-ready.</a:t>
            </a:r>
          </a:p>
          <a:p>
            <a:endParaRPr lang="en-US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553956" y="946297"/>
            <a:ext cx="10515600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Granite model </a:t>
            </a:r>
            <a:r>
              <a:rPr lang="en-US" sz="1800" dirty="0"/>
              <a:t>-   IBM-granite 4-h small is used  For natural language understanding, reasoning, and personalization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</a:t>
            </a:r>
            <a:r>
              <a:rPr lang="en-IN" sz="1800" b="1" dirty="0" err="1"/>
              <a:t>watsonx</a:t>
            </a:r>
            <a:r>
              <a:rPr lang="en-IN" sz="1800" b="1" dirty="0"/>
              <a:t> Orchestrate</a:t>
            </a:r>
            <a:endParaRPr lang="en-US" sz="1800" b="1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Cloud </a:t>
            </a:r>
            <a:r>
              <a:rPr lang="en-US" sz="1800" dirty="0"/>
              <a:t>– It provides the infrastructure to build, deploy, and scale the Brain Route AI efficiently. IBM Cloud enables a reliable, secure, and scalable environment for deploying the Agent.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RAG– </a:t>
            </a:r>
            <a:r>
              <a:rPr lang="en-US" sz="1800" dirty="0"/>
              <a:t>RAG to fetch real data first, then generate intelligent answers, making the AGENTIC AI COUCH  more trustworthy and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IBM Watsonx.ai - </a:t>
            </a:r>
            <a:r>
              <a:rPr lang="en-US" sz="1800" dirty="0"/>
              <a:t>For model deployment, embeddings, and AI governance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Novelty and Uniqueness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Personalized Learning Roadmaps</a:t>
            </a:r>
            <a:endParaRPr lang="en-IN" sz="1600" dirty="0"/>
          </a:p>
          <a:p>
            <a:r>
              <a:rPr lang="en-IN" sz="1600" dirty="0"/>
              <a:t>Generates adaptive course pathways according to each student’s goals and skill levels.</a:t>
            </a:r>
          </a:p>
          <a:p>
            <a:endParaRPr lang="en-IN" sz="1600" dirty="0"/>
          </a:p>
          <a:p>
            <a:r>
              <a:rPr lang="en-IN" sz="1600" b="1" dirty="0"/>
              <a:t>Dynamic Recommendation System</a:t>
            </a:r>
            <a:endParaRPr lang="en-IN" sz="1600" dirty="0"/>
          </a:p>
          <a:p>
            <a:r>
              <a:rPr lang="en-IN" sz="1600" dirty="0"/>
              <a:t>Continuously updates recommendations based on progress and preferences.</a:t>
            </a:r>
          </a:p>
          <a:p>
            <a:endParaRPr lang="en-IN" sz="1600" dirty="0"/>
          </a:p>
          <a:p>
            <a:r>
              <a:rPr lang="en-IN" sz="1600" b="1" dirty="0"/>
              <a:t>RAG-Based Retrieval</a:t>
            </a:r>
            <a:endParaRPr lang="en-IN" sz="1600" dirty="0"/>
          </a:p>
          <a:p>
            <a:r>
              <a:rPr lang="en-IN" sz="1600" dirty="0"/>
              <a:t>Combines retrieval with AI generation to provide accurate and trustworthy learning suggestions.</a:t>
            </a:r>
          </a:p>
          <a:p>
            <a:endParaRPr lang="en-IN" sz="1600" dirty="0"/>
          </a:p>
          <a:p>
            <a:r>
              <a:rPr lang="en-IN" sz="1600" b="1" dirty="0"/>
              <a:t>Career-Focused Guidance</a:t>
            </a:r>
            <a:endParaRPr lang="en-IN" sz="1600" dirty="0"/>
          </a:p>
          <a:p>
            <a:r>
              <a:rPr lang="en-IN" sz="1600" dirty="0"/>
              <a:t>Aligns learning recommendations with industry-required skills and certifications.</a:t>
            </a:r>
          </a:p>
          <a:p>
            <a:endParaRPr lang="en-IN" sz="1600" dirty="0"/>
          </a:p>
          <a:p>
            <a:r>
              <a:rPr lang="en-IN" sz="1600" b="1" dirty="0"/>
              <a:t>Scalable and Intelligent</a:t>
            </a:r>
            <a:endParaRPr lang="en-IN" sz="1600" dirty="0"/>
          </a:p>
          <a:p>
            <a:r>
              <a:rPr lang="en-IN" sz="1600" dirty="0"/>
              <a:t>Built using IBM Cloud and IBM Granite Models for enterprise-grade reliability and scalability.</a:t>
            </a:r>
          </a:p>
          <a:p>
            <a:endParaRPr lang="en-IN" sz="1600" dirty="0"/>
          </a:p>
          <a:p>
            <a:r>
              <a:rPr lang="en-IN" sz="1600" b="1" dirty="0"/>
              <a:t>AI Mentor Experience</a:t>
            </a:r>
            <a:endParaRPr lang="en-IN" sz="1600" dirty="0"/>
          </a:p>
          <a:p>
            <a:r>
              <a:rPr lang="en-IN" sz="1600" dirty="0"/>
              <a:t>Acts like a personalized AI learning coach available anytime for guidance and support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Git Hub Link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3"/>
              </a:rPr>
              <a:t>https://github.com/jyothsna0012/Brain-Route-AI-</a:t>
            </a:r>
            <a:endParaRPr lang="en-US" sz="280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28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8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Orchestrate 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link</a:t>
            </a:r>
            <a:r>
              <a:rPr lang="en-US" sz="28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  <a:hlinkClick r:id="rId4"/>
              </a:rPr>
              <a:t>:  https://us-south.watson-orchestrate.cloud.ibm.com/chat</a:t>
            </a:r>
            <a:endParaRPr lang="en-US" sz="28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endParaRPr sz="28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Future Scope </a:t>
            </a:r>
            <a:endParaRPr sz="24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E19C7C-2679-EF52-7A2F-66839DFA56E8}"/>
              </a:ext>
            </a:extLst>
          </p:cNvPr>
          <p:cNvSpPr txBox="1"/>
          <p:nvPr/>
        </p:nvSpPr>
        <p:spPr>
          <a:xfrm>
            <a:off x="1218724" y="1265254"/>
            <a:ext cx="6097772" cy="4326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1. Integration with Job Platforms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system can connect with LinkedIn, </a:t>
            </a:r>
            <a:r>
              <a:rPr lang="en-IN" sz="16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Internshala</a:t>
            </a: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and other job platforms to recommend skills according to current industry demands.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2. AI Interview Preparation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provide mock interviews, resume analysis, and career preparation guidance using AI.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3. Multilingual Learning Support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Support for regional languages to make learning accessible to more students.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4. Integration with Learning Platforms</a:t>
            </a: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16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Can integrate with Coursera, Udemy, edX, and YouTube Learning resources for automated recommendations.</a:t>
            </a:r>
          </a:p>
          <a:p>
            <a:pPr>
              <a:lnSpc>
                <a:spcPct val="107000"/>
              </a:lnSpc>
              <a:spcAft>
                <a:spcPts val="800"/>
              </a:spcAft>
              <a:buNone/>
            </a:pPr>
            <a:endParaRPr lang="en-IN" sz="16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1259</TotalTime>
  <Words>1069</Words>
  <Application>Microsoft Office PowerPoint</Application>
  <PresentationFormat>Widescreen</PresentationFormat>
  <Paragraphs>151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Jyothsna Sree</cp:lastModifiedBy>
  <cp:revision>27</cp:revision>
  <dcterms:created xsi:type="dcterms:W3CDTF">2025-07-08T05:06:56Z</dcterms:created>
  <dcterms:modified xsi:type="dcterms:W3CDTF">2026-06-01T14:29:46Z</dcterms:modified>
</cp:coreProperties>
</file>