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yothsnasree012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mailto:jyothsnawork0123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hsna0012/Brain-Route-AI-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718020077"/>
              </p:ext>
            </p:extLst>
          </p:nvPr>
        </p:nvGraphicFramePr>
        <p:xfrm>
          <a:off x="1206162" y="2600315"/>
          <a:ext cx="9488083" cy="279696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993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42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272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PEDISETTI JYOTHSNASREE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AICTE: </a:t>
                      </a:r>
                      <a:r>
                        <a:rPr lang="en-US" dirty="0">
                          <a:hlinkClick r:id="rId3"/>
                        </a:rPr>
                        <a:t>jyothsnasree012@gmail.com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LMS OR IBMSKILLSBUILD: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jyothsnawork0123@gmail.com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8897573579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AI,</a:t>
            </a:r>
            <a:r>
              <a:rPr lang="en-IN" sz="2400" dirty="0"/>
              <a:t> </a:t>
            </a:r>
            <a:r>
              <a:rPr lang="en-IN" sz="2400" b="1" dirty="0"/>
              <a:t>Agentic AI, Education Technology (EdTech</a:t>
            </a:r>
            <a:r>
              <a:rPr lang="en-IN" sz="2400" dirty="0"/>
              <a:t>)</a:t>
            </a:r>
            <a:r>
              <a:rPr lang="en-US" sz="2400" b="1" dirty="0"/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800" b="1" dirty="0"/>
              <a:t>Brain Route AI   </a:t>
            </a:r>
          </a:p>
          <a:p>
            <a:r>
              <a:rPr lang="en-US" sz="2400" dirty="0"/>
              <a:t>                       also called LEARN MATE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FADC7-56E5-119C-E77D-2B64BDEE3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569" y="3998795"/>
            <a:ext cx="879955" cy="1180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12  :Agentic AI for Personalized Course Pathways</a:t>
            </a:r>
            <a:endParaRPr lang="en-US" sz="2000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Students often struggle to identify the right learning path that aligns with their interests</a:t>
            </a:r>
          </a:p>
          <a:p>
            <a:pPr fontAlgn="base"/>
            <a:r>
              <a:rPr lang="en-US" dirty="0"/>
              <a:t>and long-term goals due to the overwhelming number of online courses and a lack of personalized</a:t>
            </a:r>
          </a:p>
          <a:p>
            <a:pPr fontAlgn="base"/>
            <a:r>
              <a:rPr lang="en-US" dirty="0"/>
              <a:t>guidance. </a:t>
            </a:r>
            <a:r>
              <a:rPr lang="en-IN" b="1" dirty="0"/>
              <a:t>Brain Route AI</a:t>
            </a:r>
            <a:r>
              <a:rPr lang="en-IN" dirty="0"/>
              <a:t> </a:t>
            </a:r>
            <a:r>
              <a:rPr lang="en-US" dirty="0"/>
              <a:t>aims to solve this by acting as an Agentic AI coach that interacts with students,</a:t>
            </a:r>
          </a:p>
          <a:p>
            <a:pPr fontAlgn="base"/>
            <a:r>
              <a:rPr lang="en-US" dirty="0"/>
              <a:t>understands their interests (like Frontend Development, Cybersecurity, UI/UX Design, etc.), assesses their</a:t>
            </a:r>
          </a:p>
          <a:p>
            <a:pPr fontAlgn="base"/>
            <a:r>
              <a:rPr lang="en-US" dirty="0"/>
              <a:t>current skill level, and dynamically builds a personalized course roadmap that adapts over time based on</a:t>
            </a:r>
          </a:p>
          <a:p>
            <a:pPr fontAlgn="base"/>
            <a:r>
              <a:rPr lang="en-US" dirty="0"/>
              <a:t>progress and preferences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US" dirty="0"/>
              <a:t>Build an AI-powered personalized course pathway assistant called </a:t>
            </a:r>
            <a:r>
              <a:rPr lang="en-IN" b="1" dirty="0"/>
              <a:t>Brain Route AI</a:t>
            </a:r>
            <a:r>
              <a:rPr lang="en-US" dirty="0"/>
              <a:t> using IBM Cloud, Prompt Lab, and IBM Granite Models.</a:t>
            </a:r>
          </a:p>
          <a:p>
            <a:r>
              <a:rPr lang="en-US" dirty="0"/>
              <a:t>The system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 personalized learning pathways based on student interests and career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skill levels and identify missing competencies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 relevant courses, certifications, and learning resources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 learning roadmaps based on progress and preferences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career-focused recommendations for industry readiness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students stay motivated with progress tracking and milestone visualization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sz="2400" b="1" dirty="0"/>
              <a:t>Tech Stack (Mandatory)</a:t>
            </a:r>
            <a:r>
              <a:rPr lang="en-IN" sz="2400" dirty="0"/>
              <a:t> </a:t>
            </a:r>
            <a:r>
              <a:rPr lang="en-US" sz="2400" dirty="0"/>
              <a:t> Use of IBM Cloud Lite services / IBM Granite is mandatory</a:t>
            </a:r>
            <a:endParaRPr lang="en-IN" sz="2400" dirty="0"/>
          </a:p>
          <a:p>
            <a:r>
              <a:rPr lang="en-IN" sz="2400" dirty="0"/>
              <a:t>I used: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 IBM Cloud lite  services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 Prompt Lab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 IBM Granite Models</a:t>
            </a:r>
          </a:p>
          <a:p>
            <a:endParaRPr lang="en-IN" sz="2400" b="1" dirty="0"/>
          </a:p>
          <a:p>
            <a:r>
              <a:rPr lang="en-IN" sz="2400" b="1" dirty="0"/>
              <a:t>IBM Cloud + Prompt Lab + IBM Granite Models</a:t>
            </a:r>
            <a:endParaRPr lang="en-IN" sz="2400" dirty="0"/>
          </a:p>
          <a:p>
            <a:pPr fontAlgn="base"/>
            <a:endParaRPr lang="en-IN" sz="2400" dirty="0"/>
          </a:p>
          <a:p>
            <a:pPr fontAlgn="base"/>
            <a:endParaRPr lang="en-IN" sz="2400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AI-Powered Nutrition Agent</a:t>
            </a:r>
          </a:p>
          <a:p>
            <a:r>
              <a:rPr lang="en-US" dirty="0"/>
              <a:t>Brain Route AI is an intelligent Agentic AI-based learning assistant designed to help students discover the right educational and career pathway according to their interests and goals.</a:t>
            </a:r>
          </a:p>
          <a:p>
            <a:endParaRPr lang="en-US" dirty="0"/>
          </a:p>
          <a:p>
            <a:r>
              <a:rPr lang="en-US" dirty="0"/>
              <a:t>The system uses IBM Granite models through Prompt Lab to understand student preferences, analyze skill levels, and generate personalized learning roadmaps.</a:t>
            </a:r>
          </a:p>
          <a:p>
            <a:endParaRPr lang="en-US" dirty="0"/>
          </a:p>
          <a:p>
            <a:r>
              <a:rPr lang="en-US" dirty="0"/>
              <a:t>The solution works through multiple AI agents collaborating together to deliver adaptive and intelligent learning guidance. The system can recommend courses, certifications, projects, and skill-building activities based on domains such as Frontend Development, UI/UX Design, Cybersecurity, Data Science, AI/ML, and Cloud Computing.</a:t>
            </a:r>
          </a:p>
          <a:p>
            <a:endParaRPr lang="en-US" dirty="0"/>
          </a:p>
          <a:p>
            <a:r>
              <a:rPr lang="en-US" dirty="0"/>
              <a:t>The platform continuously adapts recommendations based on user progress, completed courses, and changing interests. This creates a dynamic and personalized learning experience similar to having a real AI mentor.</a:t>
            </a:r>
          </a:p>
          <a:p>
            <a:endParaRPr lang="en-US" dirty="0"/>
          </a:p>
          <a:p>
            <a:r>
              <a:rPr lang="en-US" dirty="0"/>
              <a:t>The solution also integrates RAG-based retrieval to fetch accurate and relevant course information from trusted learning platforms and educational resources</a:t>
            </a:r>
          </a:p>
          <a:p>
            <a:endParaRPr lang="en-US" dirty="0"/>
          </a:p>
          <a:p>
            <a:r>
              <a:rPr lang="en-US" dirty="0"/>
              <a:t>Overall, Brain Route AI acts as a smart digital career mentor that helps students make informed learning decisions and achieve their long-term goals effectively.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1800" b="1" dirty="0"/>
              <a:t>Technology Used</a:t>
            </a:r>
          </a:p>
          <a:p>
            <a:endParaRPr lang="en-IN" b="1" dirty="0"/>
          </a:p>
          <a:p>
            <a:r>
              <a:rPr lang="en-IN" sz="1800" b="1" dirty="0"/>
              <a:t>IBM Cloud</a:t>
            </a:r>
          </a:p>
          <a:p>
            <a:r>
              <a:rPr lang="en-IN" sz="1800" dirty="0"/>
              <a:t>Provides a secure and scalable cloud environment for running AI-powered educational solutions and deploying intelligent services.</a:t>
            </a:r>
          </a:p>
          <a:p>
            <a:endParaRPr lang="en-IN" sz="1800" dirty="0"/>
          </a:p>
          <a:p>
            <a:r>
              <a:rPr lang="en-IN" sz="1800" b="1" dirty="0"/>
              <a:t>IBM Prompt Lab</a:t>
            </a:r>
          </a:p>
          <a:p>
            <a:r>
              <a:rPr lang="en-IN" sz="1800" dirty="0"/>
              <a:t>Used for prompt engineering, testing prompts, refining AI responses, and generating personalized learning recommendations.</a:t>
            </a:r>
          </a:p>
          <a:p>
            <a:endParaRPr lang="en-IN" sz="1800" dirty="0"/>
          </a:p>
          <a:p>
            <a:r>
              <a:rPr lang="en-IN" sz="1800" b="1" dirty="0"/>
              <a:t>IBM Granite Models</a:t>
            </a:r>
          </a:p>
          <a:p>
            <a:r>
              <a:rPr lang="en-IN" sz="1800" dirty="0"/>
              <a:t>Used for reasoning, roadmap generation, personalized recommendations, summarization, and intelligent conversational guidance</a:t>
            </a:r>
            <a:r>
              <a:rPr lang="en-IN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6F8EB9-448E-3EB9-BE6C-699EA1184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818" y="0"/>
            <a:ext cx="457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7809CB-134A-1E0F-A4C5-809D696B206D}"/>
              </a:ext>
            </a:extLst>
          </p:cNvPr>
          <p:cNvSpPr txBox="1"/>
          <p:nvPr/>
        </p:nvSpPr>
        <p:spPr>
          <a:xfrm>
            <a:off x="531628" y="627321"/>
            <a:ext cx="258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SCREENSHOTS: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FB400-7B11-DE01-1429-183B544E1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0729"/>
            <a:ext cx="12192000" cy="2799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A694D-99BD-2934-CB18-DF20661F3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89" y="3789618"/>
            <a:ext cx="5007935" cy="2399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C80FAB-748E-2A39-7333-1992AA729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051" y="3789618"/>
            <a:ext cx="6188149" cy="29277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this BRAIN ROUTE AI :</a:t>
            </a:r>
          </a:p>
          <a:p>
            <a:endParaRPr lang="en-US" b="1" dirty="0"/>
          </a:p>
          <a:p>
            <a:r>
              <a:rPr lang="en-IN" dirty="0"/>
              <a:t>Agentic AI enables Brain Route AI to behave like an intelligent autonomous career mentor instead of a basic chatbot.</a:t>
            </a:r>
          </a:p>
          <a:p>
            <a:endParaRPr lang="en-IN" dirty="0"/>
          </a:p>
          <a:p>
            <a:r>
              <a:rPr lang="en-IN" dirty="0"/>
              <a:t>The system uses multiple AI agents that collaborate together to deliver personalized educational guidance. Each agent performs a specialized task such as understanding user interests, recommending courses, generating roadmaps, and tracking progress.</a:t>
            </a:r>
          </a:p>
          <a:p>
            <a:endParaRPr lang="en-IN" dirty="0"/>
          </a:p>
          <a:p>
            <a:r>
              <a:rPr lang="en-IN" dirty="0"/>
              <a:t>The AI system continuously adapts based on user interactions and learning progress, making recommendations more accurate and personalized over time.</a:t>
            </a:r>
          </a:p>
          <a:p>
            <a:endParaRPr lang="en-IN" dirty="0"/>
          </a:p>
          <a:p>
            <a:r>
              <a:rPr lang="en-IN" dirty="0"/>
              <a:t>Agentic AI also helps in decision-making by </a:t>
            </a:r>
            <a:r>
              <a:rPr lang="en-IN" dirty="0" err="1"/>
              <a:t>analyzing</a:t>
            </a:r>
            <a:r>
              <a:rPr lang="en-IN" dirty="0"/>
              <a:t> multiple factors including skill levels, learning pace, career goals, and industry trends.</a:t>
            </a:r>
          </a:p>
          <a:p>
            <a:endParaRPr lang="en-IN" dirty="0"/>
          </a:p>
          <a:p>
            <a:r>
              <a:rPr lang="en-IN" dirty="0"/>
              <a:t>This creates a proactive, adaptive, and goal-driven learning ecosystem that helps students stay focused and career-ready.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 IBM-granite 4-h small is used 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reliable, secure, and scalable environment for deploying the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fetch real data first, then generate intelligent answers, making the AGENTIC AI COUCH 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Personalized Learning Roadmaps</a:t>
            </a:r>
            <a:endParaRPr lang="en-IN" sz="1600" dirty="0"/>
          </a:p>
          <a:p>
            <a:r>
              <a:rPr lang="en-IN" sz="1600" dirty="0"/>
              <a:t>Generates adaptive course pathways according to each student’s goals and skill levels.</a:t>
            </a:r>
          </a:p>
          <a:p>
            <a:endParaRPr lang="en-IN" sz="1600" dirty="0"/>
          </a:p>
          <a:p>
            <a:r>
              <a:rPr lang="en-IN" sz="1600" b="1" dirty="0"/>
              <a:t>Dynamic Recommendation System</a:t>
            </a:r>
            <a:endParaRPr lang="en-IN" sz="1600" dirty="0"/>
          </a:p>
          <a:p>
            <a:r>
              <a:rPr lang="en-IN" sz="1600" dirty="0"/>
              <a:t>Continuously updates recommendations based on progress and preferences.</a:t>
            </a:r>
          </a:p>
          <a:p>
            <a:endParaRPr lang="en-IN" sz="1600" dirty="0"/>
          </a:p>
          <a:p>
            <a:r>
              <a:rPr lang="en-IN" sz="1600" b="1" dirty="0"/>
              <a:t>RAG-Based Retrieval</a:t>
            </a:r>
            <a:endParaRPr lang="en-IN" sz="1600" dirty="0"/>
          </a:p>
          <a:p>
            <a:r>
              <a:rPr lang="en-IN" sz="1600" dirty="0"/>
              <a:t>Combines retrieval with AI generation to provide accurate and trustworthy learning suggestions.</a:t>
            </a:r>
          </a:p>
          <a:p>
            <a:endParaRPr lang="en-IN" sz="1600" dirty="0"/>
          </a:p>
          <a:p>
            <a:r>
              <a:rPr lang="en-IN" sz="1600" b="1" dirty="0"/>
              <a:t>Career-Focused Guidance</a:t>
            </a:r>
            <a:endParaRPr lang="en-IN" sz="1600" dirty="0"/>
          </a:p>
          <a:p>
            <a:r>
              <a:rPr lang="en-IN" sz="1600" dirty="0"/>
              <a:t>Aligns learning recommendations with industry-required skills and certifications.</a:t>
            </a:r>
          </a:p>
          <a:p>
            <a:endParaRPr lang="en-IN" sz="1600" dirty="0"/>
          </a:p>
          <a:p>
            <a:r>
              <a:rPr lang="en-IN" sz="1600" b="1" dirty="0"/>
              <a:t>Scalable and Intelligent</a:t>
            </a:r>
            <a:endParaRPr lang="en-IN" sz="1600" dirty="0"/>
          </a:p>
          <a:p>
            <a:r>
              <a:rPr lang="en-IN" sz="1600" dirty="0"/>
              <a:t>Built using IBM Cloud and IBM Granite Models for enterprise-grade reliability and scalability.</a:t>
            </a:r>
          </a:p>
          <a:p>
            <a:endParaRPr lang="en-IN" sz="1600" dirty="0"/>
          </a:p>
          <a:p>
            <a:r>
              <a:rPr lang="en-IN" sz="1600" b="1" dirty="0"/>
              <a:t>AI Mentor Experience</a:t>
            </a:r>
            <a:endParaRPr lang="en-IN" sz="1600" dirty="0"/>
          </a:p>
          <a:p>
            <a:r>
              <a:rPr lang="en-IN" sz="1600" dirty="0"/>
              <a:t>Acts like a personalized AI learning coach available anytime for guidance and support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8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https://github.com/jyothsna0012/Brain-Route-AI-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19C7C-2679-EF52-7A2F-66839DFA56E8}"/>
              </a:ext>
            </a:extLst>
          </p:cNvPr>
          <p:cNvSpPr txBox="1"/>
          <p:nvPr/>
        </p:nvSpPr>
        <p:spPr>
          <a:xfrm>
            <a:off x="1218724" y="1265254"/>
            <a:ext cx="6097772" cy="4326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Integration with Job Platforms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can connect with LinkedIn,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Internshala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other job platforms to recommend skills according to current industry demands.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AI Interview Preparation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provide mock interviews, resume analysis, and career preparation guidance using AI.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Multilingual Learning Support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for regional languages to make learning accessible to more students.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Integration with Learning Platforms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integrate with Coursera, Udemy, edX, and YouTube Learning resources for automated recommendations.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1010</Words>
  <Application>Microsoft Office PowerPoint</Application>
  <PresentationFormat>Widescreen</PresentationFormat>
  <Paragraphs>142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Jyothsna Sree</cp:lastModifiedBy>
  <cp:revision>24</cp:revision>
  <dcterms:created xsi:type="dcterms:W3CDTF">2025-07-08T05:06:56Z</dcterms:created>
  <dcterms:modified xsi:type="dcterms:W3CDTF">2026-05-27T12:58:52Z</dcterms:modified>
</cp:coreProperties>
</file>